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Restless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Universal API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exploration is fragmented and inefficient.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terminal-native universal API client.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 • Probe • Simulate •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Developers, DevOps, Backend Engineers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control without friction.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